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2248"/>
  </p:normalViewPr>
  <p:slideViewPr>
    <p:cSldViewPr snapToGrid="0">
      <p:cViewPr varScale="1">
        <p:scale>
          <a:sx n="72" d="100"/>
          <a:sy n="72" d="100"/>
        </p:scale>
        <p:origin x="2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E9D2-148C-B945-AA64-AED5ACF01A8C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2A170-36AA-9E43-94AF-94C14A919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6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we are team 6, today we will present our final project called RSTS, which means Real-Time Speech Translation System. </a:t>
            </a:r>
          </a:p>
          <a:p>
            <a:r>
              <a:rPr lang="en-US" dirty="0"/>
              <a:t>It is a small but complete system that can listen to speech, recognize it, translate it, and optionally speak it back.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2A170-36AA-9E43-94AF-94C14A919A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9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61424F-71F6-567F-AE51-EF540EE40BF8}"/>
              </a:ext>
            </a:extLst>
          </p:cNvPr>
          <p:cNvSpPr txBox="1"/>
          <p:nvPr/>
        </p:nvSpPr>
        <p:spPr>
          <a:xfrm>
            <a:off x="2631686" y="1366897"/>
            <a:ext cx="69286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RSTS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R</a:t>
            </a:r>
            <a:r>
              <a:rPr lang="en-US" sz="2800" dirty="0"/>
              <a:t>eal-time </a:t>
            </a:r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800" dirty="0"/>
              <a:t>peech </a:t>
            </a:r>
            <a:r>
              <a:rPr lang="en-US" sz="2800" dirty="0">
                <a:solidFill>
                  <a:srgbClr val="FF0000"/>
                </a:solidFill>
              </a:rPr>
              <a:t>T</a:t>
            </a:r>
            <a:r>
              <a:rPr lang="en-US" sz="2800" dirty="0"/>
              <a:t>ranslation </a:t>
            </a:r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800" dirty="0"/>
              <a:t>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BFE2B-9257-3B98-4A93-FCB92C4B1727}"/>
              </a:ext>
            </a:extLst>
          </p:cNvPr>
          <p:cNvSpPr txBox="1"/>
          <p:nvPr/>
        </p:nvSpPr>
        <p:spPr>
          <a:xfrm>
            <a:off x="2155434" y="4082678"/>
            <a:ext cx="78811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TEAM 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 marL="0" lvl="0" indent="0"/>
            <a:r>
              <a:rPr lang="en-US" sz="1800" dirty="0"/>
              <a:t> </a:t>
            </a:r>
            <a:r>
              <a:rPr lang="en-US" sz="1800" b="1" dirty="0"/>
              <a:t>Austin Ashworth,  Narin Rahimzadeh,  Muhammad Khushnood, Hao Cheng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061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643E-5323-51F5-2752-122BB8BB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95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FCD4-5A5E-E9EF-731E-87DBE2F9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30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C404-4EA4-00CA-7560-B70408D1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05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15F5-6FF2-1570-7C17-770E96AB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02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E477-E74F-D916-7012-EE4DB540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28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8922-8969-0DD9-D4AE-45512561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73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ADFD-2CB7-9286-DB38-213ECD95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32201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10</TotalTime>
  <Words>70</Words>
  <Application>Microsoft Macintosh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Cheng 3</dc:creator>
  <cp:lastModifiedBy>Hao Cheng 3</cp:lastModifiedBy>
  <cp:revision>2</cp:revision>
  <dcterms:created xsi:type="dcterms:W3CDTF">2025-11-13T16:23:56Z</dcterms:created>
  <dcterms:modified xsi:type="dcterms:W3CDTF">2025-11-13T16:34:12Z</dcterms:modified>
</cp:coreProperties>
</file>